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5E75F-D9FC-5451-4163-A22C9E180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04FA8-CBA8-B2C5-D2B2-EF84F6B00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11F5-05CF-E32B-F63A-A4C3880A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3993-9235-470E-B0D2-AC95675CD6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D9D73-1806-2992-5D84-B00DD197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FDE22-24E3-0547-408B-054B424E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74C0-B67E-4F66-92FE-101CB1553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50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7B32-C496-6497-5192-50B2B881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6AB2-C16A-81C3-091C-4A88021C5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BB20F-31A5-C18E-AA01-67A60D7A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3993-9235-470E-B0D2-AC95675CD6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5B219-4B1E-87E4-DD86-C663A916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D4616-DF1C-EEC8-3F75-5330E3615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74C0-B67E-4F66-92FE-101CB1553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11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4B218-D208-F807-7F02-3BA8F8AA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3A8B9-4D46-0086-D270-C8DD52CD9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DC9E8-3846-FB8F-AE0A-683375143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3993-9235-470E-B0D2-AC95675CD6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FEA46-2F49-D413-4A4C-260B35AB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5E028-6D50-D462-3C34-27BDB4B9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74C0-B67E-4F66-92FE-101CB1553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40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FDC5-CB6A-5A3C-4667-BB905F42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B3CF4-79A6-9DCD-94F4-7AEA22046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75AE3-D394-385D-F42B-5EF757BD9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D6634-867E-B992-39B8-38E1FDDEF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3993-9235-470E-B0D2-AC95675CD6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05F3B-66AB-466E-B482-72AF1AC9B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A6FDB-65D1-E1F4-A5C0-E35B1C5E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74C0-B67E-4F66-92FE-101CB1553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5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960DC-7CC5-FB53-5675-8F71A330C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064D3-47A6-FDFE-858C-DD62E4E7A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C36FA-D8BD-307C-4606-43607DCCB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C6965-C9BD-8635-26C0-99BF887D5C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FE7DC-9EA2-4253-231E-99F8A4924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388693-02E4-A284-29E0-528F623A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3993-9235-470E-B0D2-AC95675CD6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E96014-1823-9194-E237-8350B919F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C5739-8692-88B9-1726-D1ABF4AB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74C0-B67E-4F66-92FE-101CB1553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25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A4B2-8DDF-4D9E-DC04-E00397C09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94B646-A0D2-7F77-5C3F-C18C2014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3993-9235-470E-B0D2-AC95675CD6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38E3C3-3DA8-E0C3-C225-753C7E73D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6F111-CD2B-A890-20CE-70625A057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74C0-B67E-4F66-92FE-101CB1553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720AC3-78BC-E598-6557-C0179265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3993-9235-470E-B0D2-AC95675CD6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B79AA-1F22-9C02-25DB-13235DDA4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EA547-BB27-9381-5873-3EF1F2EF5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74C0-B67E-4F66-92FE-101CB1553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82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2A79A-7D0A-C4A3-3B81-1626FEC2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8CF2A-8E73-0040-0C2F-D20217D9F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2E95B-87EA-C66B-B6EB-84CB02E04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5E20D-A148-BA4F-A455-F0B2A3248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3993-9235-470E-B0D2-AC95675CD6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1A6D2-E542-E879-51B3-06C83A8D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38F15-78CC-385F-7163-99472BC8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74C0-B67E-4F66-92FE-101CB1553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1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F5C9-DEDF-F4EA-99F7-7AEBED085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6276B6-CB41-EDCB-A7B2-9C3DD7C01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AB352-3818-6E38-E5F0-212F357A5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77B81-F71D-306A-EB92-5256875B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3993-9235-470E-B0D2-AC95675CD6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8F974-0066-C49A-72ED-D1742C74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2BB0F-C14D-1625-065D-871CB34C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74C0-B67E-4F66-92FE-101CB1553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72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2282-899D-3C2B-F022-24244FA8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B9D966-841F-B1CA-8D94-B79E0CB09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7883A-A4CC-53B6-5A03-30778A078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3993-9235-470E-B0D2-AC95675CD6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6AC60-3BE7-9368-9E6E-A1715E4CC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DAD02-70B1-B82F-68E7-8920182D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74C0-B67E-4F66-92FE-101CB1553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43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DD780-C224-E12D-FBF0-7270687863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D8294-6090-BD42-1FCB-73364DB0C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36D22-4497-39DF-D4D1-77D396E4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3993-9235-470E-B0D2-AC95675CD6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48942-79D7-57F5-FC0D-EA65449B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95FF8-D8AA-9DA7-551B-5D87717C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74C0-B67E-4F66-92FE-101CB1553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91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1B4F-539F-3BBE-FA4C-88F356370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67AF0-AC65-E5B4-731B-A18C7564E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C2A7A-4C59-62BF-580F-4B101FEE9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3993-9235-470E-B0D2-AC95675CD6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BDE4B-2B84-7AFF-1224-316DC304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D0E92-2DDD-FE0E-145A-CB4D40105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74C0-B67E-4F66-92FE-101CB1553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6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A3F7F8-4DBB-D913-1566-247917A13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D3632-5DA4-9515-A242-958F0A8CF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00BEE-19E2-F47D-D5F2-282516E90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3993-9235-470E-B0D2-AC95675CD6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26C1F-6609-49DD-7B1A-8F8C4247C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F2B28-7DB4-44FC-24D2-06803765D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74C0-B67E-4F66-92FE-101CB1553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0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605F-9A1C-CB35-4167-BC51A32E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Instagram Authentication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7C29E-15D7-1C09-A93D-5C858070A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Detailed Architecture and Integration Report</a:t>
            </a:r>
          </a:p>
          <a:p>
            <a:r>
              <a:rPr lang="en-US"/>
              <a:t>Aligned with project PDF</a:t>
            </a:r>
          </a:p>
          <a:p>
            <a:r>
              <a:rPr lang="en-US"/>
              <a:t>Prepared for major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3493169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D60E-ACFE-AEC8-3340-B428C585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8824E-4A14-73A1-320B-C946E2B9F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System Overview</a:t>
            </a:r>
            <a:endParaRPr lang="sv-SE"/>
          </a:p>
          <a:p>
            <a:r>
              <a:rPr lang="sv-SE"/>
              <a:t>2. TS + JS + HTML Integration</a:t>
            </a:r>
          </a:p>
          <a:p>
            <a:r>
              <a:rPr lang="sv-SE"/>
              <a:t>3. Client Analysis Merge Flow</a:t>
            </a:r>
          </a:p>
          <a:p>
            <a:r>
              <a:rPr lang="sv-SE"/>
              <a:t>4. Machine Learning Integration</a:t>
            </a:r>
            <a:endParaRPr lang="en-US"/>
          </a:p>
          <a:p>
            <a:r>
              <a:rPr lang="en-US"/>
              <a:t>5. Extension Modes and Control</a:t>
            </a:r>
          </a:p>
          <a:p>
            <a:r>
              <a:rPr lang="en-US"/>
              <a:t>6. Missing Items in Previous PPT</a:t>
            </a:r>
          </a:p>
          <a:p>
            <a:r>
              <a:rPr lang="en-US"/>
              <a:t>7. Conclusion</a:t>
            </a:r>
          </a:p>
        </p:txBody>
      </p:sp>
    </p:spTree>
    <p:extLst>
      <p:ext uri="{BB962C8B-B14F-4D97-AF65-F5344CB8AC3E}">
        <p14:creationId xmlns:p14="http://schemas.microsoft.com/office/powerpoint/2010/main" val="531939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C3DB-D032-5926-2772-DD27668AF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System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C7CB1-AA41-0CAA-C32A-06A00157E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Hybrid architecture: React web app + Chrome extension + Node backend + Python ML</a:t>
            </a:r>
          </a:p>
          <a:p>
            <a:r>
              <a:rPr lang="en-US"/>
              <a:t>Frontend runs on localhost:3001</a:t>
            </a:r>
          </a:p>
          <a:p>
            <a:r>
              <a:rPr lang="en-US"/>
              <a:t>Backend API runs on localhost:5000</a:t>
            </a:r>
          </a:p>
          <a:p>
            <a:r>
              <a:rPr lang="en-US"/>
              <a:t>Both web app and extension consume same backend APIs</a:t>
            </a:r>
          </a:p>
        </p:txBody>
      </p:sp>
    </p:spTree>
    <p:extLst>
      <p:ext uri="{BB962C8B-B14F-4D97-AF65-F5344CB8AC3E}">
        <p14:creationId xmlns:p14="http://schemas.microsoft.com/office/powerpoint/2010/main" val="59832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6357-0AF4-D097-76EC-4927E43C3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Where HTML Meets TypeScript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9CA78-2D83-A8D2-2453-A547C9DE7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client/index.html loads /src/main.tsx</a:t>
            </a:r>
          </a:p>
          <a:p>
            <a:r>
              <a:rPr lang="en-US"/>
              <a:t>main.tsx mounts Router and App component</a:t>
            </a:r>
          </a:p>
          <a:p>
            <a:r>
              <a:rPr lang="en-US"/>
              <a:t>App.tsx defines all route-level page composition</a:t>
            </a:r>
          </a:p>
          <a:p>
            <a:r>
              <a:rPr lang="en-US"/>
              <a:t>This is primary TS runtime entry into browser DOM</a:t>
            </a:r>
          </a:p>
        </p:txBody>
      </p:sp>
    </p:spTree>
    <p:extLst>
      <p:ext uri="{BB962C8B-B14F-4D97-AF65-F5344CB8AC3E}">
        <p14:creationId xmlns:p14="http://schemas.microsoft.com/office/powerpoint/2010/main" val="281101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B76C-6365-EC20-B946-01A0239CD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Where TypeScript Meets JavaScript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8D9EB-88B4-6E86-EC88-D924AD17A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TS pages/hooks call fetch and React Query wrappers</a:t>
            </a:r>
          </a:p>
          <a:p>
            <a:r>
              <a:rPr lang="en-US"/>
              <a:t>queryClient.ts injects auth headers and API calls</a:t>
            </a:r>
          </a:p>
          <a:p>
            <a:r>
              <a:rPr lang="en-US"/>
              <a:t>Requests hit JavaScript Express server (server/index.js)</a:t>
            </a:r>
          </a:p>
          <a:p>
            <a:r>
              <a:rPr lang="en-US"/>
              <a:t>Vite dev proxy routes /api to backend during development</a:t>
            </a:r>
          </a:p>
        </p:txBody>
      </p:sp>
    </p:spTree>
    <p:extLst>
      <p:ext uri="{BB962C8B-B14F-4D97-AF65-F5344CB8AC3E}">
        <p14:creationId xmlns:p14="http://schemas.microsoft.com/office/powerpoint/2010/main" val="930125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575CE-6150-75DE-CEA1-8CEC4A763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Where Extension HTML/JS Joins Main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F2538-A3E7-936B-F060-FD31915EC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manifest.json binds popup.html + popup.js + background.js</a:t>
            </a:r>
          </a:p>
          <a:p>
            <a:r>
              <a:rPr lang="en-US"/>
              <a:t>content scripts injected into instagram.com and dashboard origin</a:t>
            </a:r>
          </a:p>
          <a:p>
            <a:r>
              <a:rPr lang="en-US"/>
              <a:t>popup.js reads auth token from chrome.storage</a:t>
            </a:r>
          </a:p>
          <a:p>
            <a:r>
              <a:rPr lang="en-US"/>
              <a:t>Extension calls same /api endpoints as web frontend</a:t>
            </a:r>
          </a:p>
        </p:txBody>
      </p:sp>
    </p:spTree>
    <p:extLst>
      <p:ext uri="{BB962C8B-B14F-4D97-AF65-F5344CB8AC3E}">
        <p14:creationId xmlns:p14="http://schemas.microsoft.com/office/powerpoint/2010/main" val="3740826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BBF40-7EA9-3133-83AF-2602D9381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Analyze Page Profile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1396D-1075-D1BC-4531-6DA20FC1E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User submits profile in AnalyzePage.tsx</a:t>
            </a:r>
          </a:p>
          <a:p>
            <a:r>
              <a:rPr lang="en-US"/>
              <a:t>Client parses JSON and runs analyzeHeuristics(profile)</a:t>
            </a:r>
          </a:p>
          <a:p>
            <a:r>
              <a:rPr lang="en-US"/>
              <a:t>Client posts heuristics + content to /api/analyses/client</a:t>
            </a:r>
          </a:p>
          <a:p>
            <a:r>
              <a:rPr lang="en-US"/>
              <a:t>Then UI navigates to heuristic-analysis page</a:t>
            </a:r>
          </a:p>
        </p:txBody>
      </p:sp>
    </p:spTree>
    <p:extLst>
      <p:ext uri="{BB962C8B-B14F-4D97-AF65-F5344CB8AC3E}">
        <p14:creationId xmlns:p14="http://schemas.microsoft.com/office/powerpoint/2010/main" val="4100140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2882-751C-EA96-4235-48790FDC8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Server-Side Merge of Client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C9AA8-DE7C-D706-3B09-C550988CE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Endpoint: POST /api/analyses/client</a:t>
            </a:r>
          </a:p>
          <a:p>
            <a:r>
              <a:rPr lang="fr-FR"/>
              <a:t>extractProfileMetrics() normalizes scraped/profile features</a:t>
            </a:r>
          </a:p>
          <a:p>
            <a:r>
              <a:rPr lang="fr-FR"/>
              <a:t>calibrateProfileRiskScore() calibrates ML output</a:t>
            </a:r>
            <a:endParaRPr lang="en-US"/>
          </a:p>
          <a:p>
            <a:r>
              <a:rPr lang="en-US"/>
              <a:t>applyProfileRiskGuards() enforces evidence-based risk caps</a:t>
            </a:r>
          </a:p>
          <a:p>
            <a:r>
              <a:rPr lang="en-US"/>
              <a:t>deriveClassificationTag() creates final category label</a:t>
            </a:r>
          </a:p>
        </p:txBody>
      </p:sp>
    </p:spTree>
    <p:extLst>
      <p:ext uri="{BB962C8B-B14F-4D97-AF65-F5344CB8AC3E}">
        <p14:creationId xmlns:p14="http://schemas.microsoft.com/office/powerpoint/2010/main" val="2443613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F2D4-9544-E7F7-AC4E-03B5E13F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Risk/Confidence/Evidence Separation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C3ABC-9270-8B4D-AEDA-4C9004BC7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Risk score estimates maliciousness</a:t>
            </a:r>
          </a:p>
          <a:p>
            <a:r>
              <a:rPr lang="en-US"/>
              <a:t>Confidence score estimates reliability of prediction</a:t>
            </a:r>
          </a:p>
          <a:p>
            <a:r>
              <a:rPr lang="en-US"/>
              <a:t>Evidence completeness tracks data sufficiency</a:t>
            </a:r>
          </a:p>
          <a:p>
            <a:r>
              <a:rPr lang="en-US"/>
              <a:t>Low evidence now caps risk and can force insufficient-data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641659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41439-F707-39BD-AEC3-5EBA7F952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Profile Evidence Guard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511E0-F17C-2B89-1E24-17224C2B0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Insufficient evidence cap to avoid false positives</a:t>
            </a:r>
          </a:p>
          <a:p>
            <a:r>
              <a:rPr lang="en-US"/>
              <a:t>Private + 0 posts accounts capped lower</a:t>
            </a:r>
          </a:p>
          <a:p>
            <a:r>
              <a:rPr lang="en-US"/>
              <a:t>Public + 0 posts accounts capped moderate</a:t>
            </a:r>
          </a:p>
          <a:p>
            <a:r>
              <a:rPr lang="en-US"/>
              <a:t>Strong malicious indicators can still raise capped risk within limits</a:t>
            </a:r>
          </a:p>
        </p:txBody>
      </p:sp>
    </p:spTree>
    <p:extLst>
      <p:ext uri="{BB962C8B-B14F-4D97-AF65-F5344CB8AC3E}">
        <p14:creationId xmlns:p14="http://schemas.microsoft.com/office/powerpoint/2010/main" val="1768255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CC92F-21B8-E091-9FEB-7ECA232F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Message Analysis Merge Path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7A71E-8399-D5EC-AA15-74C486C97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Endpoint: POST /api/analyses</a:t>
            </a:r>
          </a:p>
          <a:p>
            <a:r>
              <a:rPr lang="en-US"/>
              <a:t>Message payload normalized from text/list/JSON</a:t>
            </a:r>
          </a:p>
          <a:p>
            <a:r>
              <a:rPr lang="en-US"/>
              <a:t>Server computes heuristic threat metrics</a:t>
            </a:r>
          </a:p>
          <a:p>
            <a:r>
              <a:rPr lang="en-US"/>
              <a:t>Server also calls Python message model</a:t>
            </a:r>
          </a:p>
          <a:p>
            <a:r>
              <a:rPr lang="en-US"/>
              <a:t>Blended message risk persisted with explanation data</a:t>
            </a:r>
          </a:p>
        </p:txBody>
      </p:sp>
    </p:spTree>
    <p:extLst>
      <p:ext uri="{BB962C8B-B14F-4D97-AF65-F5344CB8AC3E}">
        <p14:creationId xmlns:p14="http://schemas.microsoft.com/office/powerpoint/2010/main" val="2577647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3980-A67B-9691-302A-6CABCC41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Node to Python ML Bridge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B29B6-5EEE-7CB0-989F-757E46A67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server/index.js uses child_process.spawn("python", [script, payload])</a:t>
            </a:r>
          </a:p>
          <a:p>
            <a:r>
              <a:rPr lang="en-US"/>
              <a:t>runPythonScript() reads stdout JSON and handles errors</a:t>
            </a:r>
          </a:p>
          <a:p>
            <a:r>
              <a:rPr lang="en-US"/>
              <a:t>Works for both profile and message model scripts</a:t>
            </a:r>
          </a:p>
          <a:p>
            <a:r>
              <a:rPr lang="en-US"/>
              <a:t>Requires vir\\Scripts\\python.exe in runtime PATH</a:t>
            </a:r>
          </a:p>
        </p:txBody>
      </p:sp>
    </p:spTree>
    <p:extLst>
      <p:ext uri="{BB962C8B-B14F-4D97-AF65-F5344CB8AC3E}">
        <p14:creationId xmlns:p14="http://schemas.microsoft.com/office/powerpoint/2010/main" val="1521425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19CCB-9F2E-A029-E27D-3FE1FEAA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Profile ML Wiring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55CBF-8373-67B6-817B-7C5F1C835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buildProfileModelFeatures() creates expected model columns</a:t>
            </a:r>
          </a:p>
          <a:p>
            <a:r>
              <a:rPr lang="en-US"/>
              <a:t>getProfilePrediction() calls server/ml/predict.py</a:t>
            </a:r>
          </a:p>
          <a:p>
            <a:r>
              <a:rPr lang="en-US"/>
              <a:t>predict.py loads RandomForest primary + XGBoost backup</a:t>
            </a:r>
          </a:p>
          <a:p>
            <a:r>
              <a:rPr lang="en-US"/>
              <a:t>Returns prediction and model_used for server fusion</a:t>
            </a:r>
          </a:p>
        </p:txBody>
      </p:sp>
    </p:spTree>
    <p:extLst>
      <p:ext uri="{BB962C8B-B14F-4D97-AF65-F5344CB8AC3E}">
        <p14:creationId xmlns:p14="http://schemas.microsoft.com/office/powerpoint/2010/main" val="4268215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FC9D1-7381-55E2-A975-C220D0B24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Message ML Wiring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F30FD-17F7-5455-4D88-175B9F0B6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getMessagePrediction() calls server/ml/predict_messages.py</a:t>
            </a:r>
          </a:p>
          <a:p>
            <a:r>
              <a:rPr lang="en-US"/>
              <a:t>predict_messages.py loads vectorizer + MultinomialNB/Logistic backup</a:t>
            </a:r>
          </a:p>
          <a:p>
            <a:r>
              <a:rPr lang="en-US"/>
              <a:t>Computes mean spam probability and calibrated risk_score</a:t>
            </a:r>
          </a:p>
          <a:p>
            <a:r>
              <a:rPr lang="en-US"/>
              <a:t>Returns threshold_used + model metadata</a:t>
            </a:r>
          </a:p>
        </p:txBody>
      </p:sp>
    </p:spTree>
    <p:extLst>
      <p:ext uri="{BB962C8B-B14F-4D97-AF65-F5344CB8AC3E}">
        <p14:creationId xmlns:p14="http://schemas.microsoft.com/office/powerpoint/2010/main" val="1463812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3FEE-0AA3-7A3D-22F1-10D1FBA7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Auto-Training Behavior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5E649-36E5-6494-D607-5B17A42A6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ensureProfileModelsTrained() and ensureMessageModelsTrained()</a:t>
            </a:r>
          </a:p>
          <a:p>
            <a:r>
              <a:rPr lang="en-US"/>
              <a:t>If model file missing and dataset exists, training script runs</a:t>
            </a:r>
          </a:p>
          <a:p>
            <a:r>
              <a:rPr lang="en-US"/>
              <a:t>Profile dataset: profiledatset/train.csv</a:t>
            </a:r>
            <a:endParaRPr lang="da-DK"/>
          </a:p>
          <a:p>
            <a:r>
              <a:rPr lang="da-DK"/>
              <a:t>Message dataset: messagedatasets/spam.csv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56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C82D-585C-5B38-A452-98DB812CD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Extension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74235-4751-B287-632A-0EA27CC2E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Popup UI: popup.html + popup.js</a:t>
            </a:r>
          </a:p>
          <a:p>
            <a:r>
              <a:rPr lang="en-US"/>
              <a:t>Service worker: background.js</a:t>
            </a:r>
            <a:endParaRPr lang="pt-BR"/>
          </a:p>
          <a:p>
            <a:r>
              <a:rPr lang="pt-BR"/>
              <a:t>Instagram content logic: instagram_analyzer.js</a:t>
            </a:r>
            <a:endParaRPr lang="en-US"/>
          </a:p>
          <a:p>
            <a:r>
              <a:rPr lang="en-US"/>
              <a:t>Dashboard bridge: dashboard_content.js</a:t>
            </a:r>
          </a:p>
        </p:txBody>
      </p:sp>
    </p:spTree>
    <p:extLst>
      <p:ext uri="{BB962C8B-B14F-4D97-AF65-F5344CB8AC3E}">
        <p14:creationId xmlns:p14="http://schemas.microsoft.com/office/powerpoint/2010/main" val="3704425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6DE5-F0D9-C7AA-76CC-B5174989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Extension Mode Buttons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1AD36-7C6E-FD92-D099-AFE497896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Final Prediction (Combined)</a:t>
            </a:r>
          </a:p>
          <a:p>
            <a:r>
              <a:rPr lang="en-US"/>
              <a:t>Final Prediction (Profile Only)</a:t>
            </a:r>
          </a:p>
          <a:p>
            <a:r>
              <a:rPr lang="en-US"/>
              <a:t>Final Prediction (Message Only)</a:t>
            </a:r>
          </a:p>
          <a:p>
            <a:r>
              <a:rPr lang="en-US"/>
              <a:t>Analyze Profile</a:t>
            </a:r>
          </a:p>
          <a:p>
            <a:r>
              <a:rPr lang="en-US"/>
              <a:t>Analyze Messages</a:t>
            </a:r>
          </a:p>
        </p:txBody>
      </p:sp>
    </p:spTree>
    <p:extLst>
      <p:ext uri="{BB962C8B-B14F-4D97-AF65-F5344CB8AC3E}">
        <p14:creationId xmlns:p14="http://schemas.microsoft.com/office/powerpoint/2010/main" val="3549853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E3955-C1B4-FBFD-92A0-75FEF955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Mode Control Execution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0A781-EB97-3534-FC73-578DC1A67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popup.js binds each button to performFinalPrediction({mode})</a:t>
            </a:r>
          </a:p>
          <a:p>
            <a:r>
              <a:rPr lang="en-US"/>
              <a:t>combined mode uses both profile and message when available</a:t>
            </a:r>
          </a:p>
          <a:p>
            <a:r>
              <a:rPr lang="en-US"/>
              <a:t>fallback to profile-only or message-only if one side missing</a:t>
            </a:r>
          </a:p>
          <a:p>
            <a:r>
              <a:rPr lang="en-US"/>
              <a:t>final UI shows status, risk level, confidence, reasons</a:t>
            </a:r>
          </a:p>
        </p:txBody>
      </p:sp>
    </p:spTree>
    <p:extLst>
      <p:ext uri="{BB962C8B-B14F-4D97-AF65-F5344CB8AC3E}">
        <p14:creationId xmlns:p14="http://schemas.microsoft.com/office/powerpoint/2010/main" val="614621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FDBF7-96D8-B406-BF49-35FAB9222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Background Tab Analysis for DM Context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E0467-4C19-EBA8-9662-56EF1CAD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on DM page, content script delegates to background worker</a:t>
            </a:r>
          </a:p>
          <a:p>
            <a:r>
              <a:rPr lang="en-US"/>
              <a:t>background.js opens hidden profile tab and sends ANALYZE_PAGE</a:t>
            </a:r>
          </a:p>
          <a:p>
            <a:r>
              <a:rPr lang="en-US"/>
              <a:t>Result is forwarded back to popup via runtime messaging</a:t>
            </a:r>
          </a:p>
          <a:p>
            <a:r>
              <a:rPr lang="en-US"/>
              <a:t>Pending task tracking is stored in chrome.storage.local</a:t>
            </a:r>
          </a:p>
        </p:txBody>
      </p:sp>
    </p:spTree>
    <p:extLst>
      <p:ext uri="{BB962C8B-B14F-4D97-AF65-F5344CB8AC3E}">
        <p14:creationId xmlns:p14="http://schemas.microsoft.com/office/powerpoint/2010/main" val="2275536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B3BE8-54C3-1EDB-3E6C-A54D82A23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Session Sync Between Dashboard and Extension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C78EC-8962-9204-D5D4-9920DC3D6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Login page posts INSTAGRAM_AUTHENTICATION_USER_LOGGED_IN</a:t>
            </a:r>
          </a:p>
          <a:p>
            <a:r>
              <a:rPr lang="en-US"/>
              <a:t>dashboard_content.js forwards user+token to background.js</a:t>
            </a:r>
          </a:p>
          <a:p>
            <a:r>
              <a:rPr lang="en-US"/>
              <a:t>background.js stores user/token in chrome.storage.local</a:t>
            </a:r>
          </a:p>
          <a:p>
            <a:r>
              <a:rPr lang="en-US"/>
              <a:t>popup.js reads token for authenticated API requests</a:t>
            </a:r>
          </a:p>
        </p:txBody>
      </p:sp>
    </p:spTree>
    <p:extLst>
      <p:ext uri="{BB962C8B-B14F-4D97-AF65-F5344CB8AC3E}">
        <p14:creationId xmlns:p14="http://schemas.microsoft.com/office/powerpoint/2010/main" val="330895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2A197-5821-9CDA-B386-E25D80A56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Data Persistence and Dashboard Consumption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9D5C3-5792-3ADF-4083-5A65A3D68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Server writes profile_analysis, message_analysis, final_predictions</a:t>
            </a:r>
          </a:p>
          <a:p>
            <a:r>
              <a:rPr lang="en-US"/>
              <a:t>Dashboard endpoint aggregates identity + latest analyses + trends</a:t>
            </a:r>
          </a:p>
          <a:p>
            <a:r>
              <a:rPr lang="en-US"/>
              <a:t>History page reads /api/analyses list</a:t>
            </a:r>
          </a:p>
          <a:p>
            <a:r>
              <a:rPr lang="en-US"/>
              <a:t>Result page reads /api/analyses/:id details</a:t>
            </a:r>
          </a:p>
        </p:txBody>
      </p:sp>
    </p:spTree>
    <p:extLst>
      <p:ext uri="{BB962C8B-B14F-4D97-AF65-F5344CB8AC3E}">
        <p14:creationId xmlns:p14="http://schemas.microsoft.com/office/powerpoint/2010/main" val="2976334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5C0B-94C7-A941-9320-BE63F38B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What Was Missing in Your Previous PPT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11019-6372-F593-9624-AB3A91C93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 explicit TS-HTML-JS integration map</a:t>
            </a:r>
          </a:p>
          <a:p>
            <a:r>
              <a:rPr lang="en-US"/>
              <a:t>No concrete endpoint-level merge flow (/api/analyses, /api/analyses/client)</a:t>
            </a:r>
          </a:p>
          <a:p>
            <a:r>
              <a:rPr lang="en-US"/>
              <a:t>No Node-to-Python bridge explanation with spawn + payload</a:t>
            </a:r>
          </a:p>
          <a:p>
            <a:r>
              <a:rPr lang="en-US"/>
              <a:t>No extension mode control flow (combined/profile-only/message-only)</a:t>
            </a:r>
          </a:p>
          <a:p>
            <a:r>
              <a:rPr lang="en-US"/>
              <a:t>No session synchronization path between dashboard and extension</a:t>
            </a:r>
          </a:p>
          <a:p>
            <a:r>
              <a:rPr lang="en-US"/>
              <a:t>No evidence gating architecture (risk vs confidence vs completeness)</a:t>
            </a:r>
          </a:p>
          <a:p>
            <a:r>
              <a:rPr lang="en-US"/>
              <a:t>No file-level traceability for viva questions</a:t>
            </a:r>
          </a:p>
        </p:txBody>
      </p:sp>
    </p:spTree>
    <p:extLst>
      <p:ext uri="{BB962C8B-B14F-4D97-AF65-F5344CB8AC3E}">
        <p14:creationId xmlns:p14="http://schemas.microsoft.com/office/powerpoint/2010/main" val="3273965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8F4A8-D1DD-5937-67C9-71DCB2E38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Key File Map for Viva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3D622-8537-16AB-2AEE-429FEE23A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Frontend: client/index.html, src/main.tsx, src/App.tsx, src/pages/AnalyzePage.tsx</a:t>
            </a:r>
          </a:p>
          <a:p>
            <a:r>
              <a:rPr lang="en-US"/>
              <a:t>API bridge: src/lib/queryClient.ts, src/hooks/use-analysis.ts</a:t>
            </a:r>
          </a:p>
          <a:p>
            <a:r>
              <a:rPr lang="en-US"/>
              <a:t>Backend: server/index.js, server/scraper.js</a:t>
            </a:r>
          </a:p>
          <a:p>
            <a:r>
              <a:rPr lang="en-US"/>
              <a:t>ML: server/ml/predict.py, predict_messages.py, train_model.py, train_message_models.py</a:t>
            </a:r>
          </a:p>
          <a:p>
            <a:r>
              <a:rPr lang="en-US"/>
              <a:t>Extension: manifest.json, popup.html, popup.js, background.js, instagram_analyzer.js, dashboard_content.js</a:t>
            </a:r>
          </a:p>
        </p:txBody>
      </p:sp>
    </p:spTree>
    <p:extLst>
      <p:ext uri="{BB962C8B-B14F-4D97-AF65-F5344CB8AC3E}">
        <p14:creationId xmlns:p14="http://schemas.microsoft.com/office/powerpoint/2010/main" val="3093975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793E5-B3C5-0A8B-3A03-AE07D100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Current Strengths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DFEF6-E4A9-4206-46FD-179B4C4C5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Unified backend for web + extension</a:t>
            </a:r>
          </a:p>
          <a:p>
            <a:r>
              <a:rPr lang="en-US"/>
              <a:t>Hybrid client/server analysis with explainability</a:t>
            </a:r>
          </a:p>
          <a:p>
            <a:r>
              <a:rPr lang="en-US"/>
              <a:t>Fallback ML model strategy improves resilience</a:t>
            </a:r>
          </a:p>
          <a:p>
            <a:r>
              <a:rPr lang="en-US"/>
              <a:t>New evidence-gating reduces low-data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1840179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81370-D6C3-6081-28ED-2827E7F1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Recommended Next Enhancements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854FC-BD00-C471-FC9E-FA4ABF269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richer behavioral temporal signals for deep profile confidence</a:t>
            </a:r>
          </a:p>
          <a:p>
            <a:r>
              <a:rPr lang="en-US"/>
              <a:t>Increase test coverage for classification consistency</a:t>
            </a:r>
          </a:p>
          <a:p>
            <a:r>
              <a:rPr lang="en-US"/>
              <a:t>Introduce API schema contracts for extension/backend payloads</a:t>
            </a:r>
          </a:p>
          <a:p>
            <a:r>
              <a:rPr lang="en-US"/>
              <a:t>Add architecture diagram image for one-slide quick summary</a:t>
            </a:r>
          </a:p>
        </p:txBody>
      </p:sp>
    </p:spTree>
    <p:extLst>
      <p:ext uri="{BB962C8B-B14F-4D97-AF65-F5344CB8AC3E}">
        <p14:creationId xmlns:p14="http://schemas.microsoft.com/office/powerpoint/2010/main" val="2078773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E16C6-6DC5-8C16-1D7C-65B4C5C3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843A7-6FFE-2116-810E-03B8A1491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Architecture is now clearly defensible for review</a:t>
            </a:r>
          </a:p>
          <a:p>
            <a:r>
              <a:rPr lang="en-US"/>
              <a:t>Merge and ML wiring are traceable end-to-end</a:t>
            </a:r>
          </a:p>
          <a:p>
            <a:r>
              <a:rPr lang="en-US"/>
              <a:t>Extension modes are explicitly controlled and explainable</a:t>
            </a:r>
          </a:p>
          <a:p>
            <a:r>
              <a:rPr lang="en-US"/>
              <a:t>Deck now aligned with detailed PDF report</a:t>
            </a:r>
          </a:p>
        </p:txBody>
      </p:sp>
    </p:spTree>
    <p:extLst>
      <p:ext uri="{BB962C8B-B14F-4D97-AF65-F5344CB8AC3E}">
        <p14:creationId xmlns:p14="http://schemas.microsoft.com/office/powerpoint/2010/main" val="4155592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</Words>
  <Application>Microsoft Office PowerPoint</Application>
  <PresentationFormat>Widescreen</PresentationFormat>
  <Paragraphs>139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Instagram Authentication Project</vt:lpstr>
      <vt:lpstr>Agenda</vt:lpstr>
      <vt:lpstr>System Overview</vt:lpstr>
      <vt:lpstr>Where HTML Meets TypeScript</vt:lpstr>
      <vt:lpstr>Where TypeScript Meets JavaScript</vt:lpstr>
      <vt:lpstr>Where Extension HTML/JS Joins Main System</vt:lpstr>
      <vt:lpstr>Analyze Page Profile Flow</vt:lpstr>
      <vt:lpstr>Server-Side Merge of Client Analysis</vt:lpstr>
      <vt:lpstr>Risk/Confidence/Evidence Separation</vt:lpstr>
      <vt:lpstr>Profile Evidence Guard Logic</vt:lpstr>
      <vt:lpstr>Message Analysis Merge Path</vt:lpstr>
      <vt:lpstr>Node to Python ML Bridge</vt:lpstr>
      <vt:lpstr>Profile ML Wiring</vt:lpstr>
      <vt:lpstr>Message ML Wiring</vt:lpstr>
      <vt:lpstr>Auto-Training Behavior</vt:lpstr>
      <vt:lpstr>Extension Architecture</vt:lpstr>
      <vt:lpstr>Extension Mode Buttons</vt:lpstr>
      <vt:lpstr>Mode Control Execution</vt:lpstr>
      <vt:lpstr>Background Tab Analysis for DM Context</vt:lpstr>
      <vt:lpstr>Session Sync Between Dashboard and Extension</vt:lpstr>
      <vt:lpstr>Data Persistence and Dashboard Consumption</vt:lpstr>
      <vt:lpstr>What Was Missing in Your Previous PPT</vt:lpstr>
      <vt:lpstr>Key File Map for Viva</vt:lpstr>
      <vt:lpstr>Current Strengths</vt:lpstr>
      <vt:lpstr>Recommended Next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D</dc:creator>
  <cp:lastModifiedBy>Srikanth D</cp:lastModifiedBy>
  <cp:revision>1</cp:revision>
  <dcterms:created xsi:type="dcterms:W3CDTF">2026-03-03T18:07:04Z</dcterms:created>
  <dcterms:modified xsi:type="dcterms:W3CDTF">2026-03-03T18:07:04Z</dcterms:modified>
</cp:coreProperties>
</file>